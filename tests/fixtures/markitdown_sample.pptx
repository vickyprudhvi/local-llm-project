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G4-VERIFY-PPTX-2026 MarkItDown PowerPoint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